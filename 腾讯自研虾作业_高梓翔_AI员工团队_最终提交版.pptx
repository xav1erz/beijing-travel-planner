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785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腾讯自研虾作业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600">
                <a:solidFill>
                  <a:srgbClr val="97BC62"/>
                </a:solidFill>
              </a:defRPr>
            </a:pPr>
            <a:r>
              <a:rPr>
                <a:solidFill>
                  <a:schemeClr val="bg1"/>
                </a:solidFill>
              </a:rPr>
              <a:t>创建你的AI员工团队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>
                <a:solidFill>
                  <a:srgbClr val="C8C8C8"/>
                </a:solidFill>
              </a:defRPr>
            </a:pPr>
            <a:r>
              <a:rPr>
                <a:solidFill>
                  <a:schemeClr val="bg1"/>
                </a:solidFill>
              </a:rPr>
              <a:t>学生：高梓翔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34995" y="5303520"/>
            <a:ext cx="591820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>
                <a:solidFill>
                  <a:schemeClr val="bg1"/>
                </a:solidFill>
              </a:rPr>
              <a:t>在线访问：</a:t>
            </a:r>
            <a:r>
              <a:rPr lang="en-US" altLang="zh-CN">
                <a:solidFill>
                  <a:schemeClr val="bg1"/>
                </a:solidFill>
              </a:rPr>
              <a:t>https://xav1erz.github.io/beijing-travel-planner/</a:t>
            </a:r>
            <a:endParaRPr lang="en-US" altLang="zh-CN">
              <a:solidFill>
                <a:schemeClr val="bg1"/>
              </a:solidFill>
            </a:endParaRPr>
          </a:p>
          <a:p>
            <a:pPr algn="ctr">
              <a:defRPr sz="1800">
                <a:solidFill>
                  <a:srgbClr val="969696"/>
                </a:solidFill>
              </a:defRPr>
            </a:pPr>
            <a:r>
              <a:rPr>
                <a:solidFill>
                  <a:schemeClr val="bg1"/>
                </a:solidFill>
              </a:rPr>
              <a:t>AI员工团队：Researcher · Planner · Budgeter · Web Producer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</a:defRPr>
            </a:pPr>
            <a:r>
              <a:t>1. 对话截图：项目启动与需求沟通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>
                <a:solidFill>
                  <a:srgbClr val="646464"/>
                </a:solidFill>
              </a:defRPr>
            </a:pPr>
            <a:r>
              <a:t>向CodeBuddy提出项目需求，创建AI员工团队网站，明确四个AI角色分工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015" y="1097280"/>
            <a:ext cx="10678795" cy="56978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</a:defRPr>
            </a:pPr>
            <a:r>
              <a:t>2. 首页展示：AI员工团队项目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>
                <a:solidFill>
                  <a:srgbClr val="646464"/>
                </a:solidFill>
              </a:defRPr>
            </a:pPr>
            <a:r>
              <a:t>网站首页展示：腾讯自研虾作业AI员工团队项目，学生高梓翔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210" y="1097280"/>
            <a:ext cx="10352405" cy="56584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</a:defRPr>
            </a:pPr>
            <a:r>
              <a:t>3. AI规划表单：用户输入界面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>
                <a:solidFill>
                  <a:srgbClr val="646464"/>
                </a:solidFill>
              </a:defRPr>
            </a:pPr>
            <a:r>
              <a:t>AI旅行规划器表单：用户选择兴趣偏好、预算范围、旅行风格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075" y="1097280"/>
            <a:ext cx="10226675" cy="55810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</a:defRPr>
            </a:pPr>
            <a:r>
              <a:t>4. 生成结果：AI推荐行程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>
                <a:solidFill>
                  <a:srgbClr val="646464"/>
                </a:solidFill>
              </a:defRPr>
            </a:pPr>
            <a:r>
              <a:t>AI生成的个性化北京三日游行程，包含详细日程安排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430" y="1079500"/>
            <a:ext cx="10388600" cy="5687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</a:defRPr>
            </a:pPr>
            <a:r>
              <a:t>5. 信息来源：权威参考链接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>
                <a:solidFill>
                  <a:srgbClr val="646464"/>
                </a:solidFill>
              </a:defRPr>
            </a:pPr>
            <a:r>
              <a:t>信息来源模块：引用故宫博物院、八达岭长城等官方权威网站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960" y="1097280"/>
            <a:ext cx="10034905" cy="55010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</a:defRPr>
            </a:pPr>
            <a:r>
              <a:t>6. AI员工团队分工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>
                <a:solidFill>
                  <a:srgbClr val="646464"/>
                </a:solidFill>
              </a:defRPr>
            </a:pPr>
            <a:r>
              <a:t>AI员工团队分工：Researcher整理来源、Planner生成行程、Budgeter计算预算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115" y="1104900"/>
            <a:ext cx="10349230" cy="56616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</a:defRPr>
            </a:pPr>
            <a:r>
              <a:t>7. Skill输出：JSON示例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>
                <a:solidFill>
                  <a:srgbClr val="646464"/>
                </a:solidFill>
              </a:defRPr>
            </a:pPr>
            <a:r>
              <a:t>Skill JSON输出示例：包含summary、itinerary、budget、sources等字段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10" y="1097280"/>
            <a:ext cx="10301605" cy="56324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FFFFFF"/>
                </a:solidFill>
              </a:defRPr>
            </a:pPr>
            <a:r>
              <a:t>8. 关于项目：腾讯自研虾作业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solidFill>
            <a:srgbClr val="F5F5F5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3657600"/>
            <a:ext cx="39593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>
                <a:solidFill>
                  <a:srgbClr val="969696"/>
                </a:solidFill>
              </a:defRPr>
            </a:pPr>
            <a:r>
              <a:t>【截图 8】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200">
                <a:solidFill>
                  <a:srgbClr val="646464"/>
                </a:solidFill>
              </a:defRPr>
            </a:pPr>
            <a:r>
              <a:t>关于项目：腾讯自研虾作业，一人公司通过AI技术构建虚拟团队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项目总结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5313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✓ 完整AI员工团队分工实现（4个角色）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926080"/>
            <a:ext cx="85313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✓ 响应式网站设计与开发（HTML/CSS/JS）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566160"/>
            <a:ext cx="85313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✓ JSON数据格式标准化输出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206240"/>
            <a:ext cx="85313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✓ GitHub Pages成功部署上线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>
                <a:solidFill>
                  <a:srgbClr val="97BC62"/>
                </a:solidFill>
              </a:defRPr>
            </a:pPr>
            <a:r>
              <a:t>学生：高梓翔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836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>
                <a:solidFill>
                  <a:srgbClr val="969696"/>
                </a:solidFill>
              </a:defRPr>
            </a:pPr>
            <a:r>
              <a:t>课程：腾讯自研虾 - 创建你的AI员工团队</a:t>
            </a:r>
          </a:p>
        </p:txBody>
      </p:sp>
      <p:sp>
        <p:nvSpPr>
          <p:cNvPr id="11" name="TextBox 6"/>
          <p:cNvSpPr txBox="1"/>
          <p:nvPr/>
        </p:nvSpPr>
        <p:spPr>
          <a:xfrm>
            <a:off x="1828800" y="4846320"/>
            <a:ext cx="7058025" cy="1291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</a:p>
          <a:p>
            <a:pPr algn="l">
              <a:defRPr sz="2000">
                <a:solidFill>
                  <a:srgbClr val="FFFFFF"/>
                </a:solidFill>
              </a:defRPr>
            </a:pPr>
            <a:r>
              <a:t>✓ </a:t>
            </a:r>
            <a:r>
              <a:rPr lang="zh-CN" altLang="en-US"/>
              <a:t>项目链接：</a:t>
            </a:r>
            <a:endParaRPr lang="zh-CN" altLang="en-US"/>
          </a:p>
          <a:p>
            <a:pPr algn="l">
              <a:defRPr sz="2000">
                <a:solidFill>
                  <a:srgbClr val="FFFFFF"/>
                </a:solidFill>
              </a:defRPr>
            </a:pPr>
            <a:r>
              <a:rPr lang="en-US" altLang="zh-CN"/>
              <a:t>• </a:t>
            </a:r>
            <a:r>
              <a:rPr lang="zh-CN" altLang="en-US"/>
              <a:t>在线网站：</a:t>
            </a:r>
            <a:r>
              <a:rPr lang="en-US" altLang="zh-CN"/>
              <a:t>https://xav1erz.github.io/beijing-travel-planner/</a:t>
            </a:r>
            <a:endParaRPr lang="en-US" altLang="zh-CN"/>
          </a:p>
          <a:p>
            <a:pPr algn="l">
              <a:defRPr sz="2000">
                <a:solidFill>
                  <a:srgbClr val="FFFFFF"/>
                </a:solidFill>
              </a:defRPr>
            </a:pPr>
            <a:r>
              <a:rPr lang="en-US" altLang="zh-CN"/>
              <a:t>• GitHub</a:t>
            </a:r>
            <a:r>
              <a:rPr lang="zh-CN" altLang="en-US"/>
              <a:t>仓库：</a:t>
            </a:r>
            <a:r>
              <a:rPr lang="en-US" altLang="zh-CN"/>
              <a:t>https://github.com/Xav1erZ/beijing-travel-planner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792</Words>
  <Application>WPS 演示</Application>
  <PresentationFormat>On-screen Show (4:3)</PresentationFormat>
  <Paragraphs>61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-apple-system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WPS_1725417615</cp:lastModifiedBy>
  <cp:revision>2</cp:revision>
  <dcterms:created xsi:type="dcterms:W3CDTF">2013-01-27T09:14:00Z</dcterms:created>
  <dcterms:modified xsi:type="dcterms:W3CDTF">2026-04-02T19:15:47Z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A34A706E61534836ADDDB8D679E0A622_12</vt:lpwstr>
  </property>
  <property fmtid="{D5CDD505-2E9C-101B-9397-08002B2CF9AE}" pid="3" name="KSOProductBuildVer">
    <vt:lpwstr>2052-12.1.0.23542</vt:lpwstr>
  </property>
</Properties>
</file>